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Sales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87000</c:v>
                </c:pt>
                <c:pt idx="1">
                  <c:v>65000</c:v>
                </c:pt>
                <c:pt idx="2">
                  <c:v>72000</c:v>
                </c:pt>
                <c:pt idx="3">
                  <c:v>94000</c:v>
                </c:pt>
                <c:pt idx="4">
                  <c:v>58000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Revenue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42000</c:v>
                </c:pt>
                <c:pt idx="1">
                  <c:v>48000</c:v>
                </c:pt>
                <c:pt idx="2">
                  <c:v>51000</c:v>
                </c:pt>
                <c:pt idx="3">
                  <c:v>55000</c:v>
                </c:pt>
                <c:pt idx="4">
                  <c:v>62000</c:v>
                </c:pt>
                <c:pt idx="5">
                  <c:v>70000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2E8F0"/>
                </a:solidFill>
                <a:latin typeface="Arial"/>
              </a:rPr>
              <a:t>Quarterly Revenue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310</c:v>
                </c:pt>
                <c:pt idx="2">
                  <c:v>360</c:v>
                </c:pt>
                <c:pt idx="3">
                  <c:v>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F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A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2E8F0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SMB</c:v>
                </c:pt>
                <c:pt idx="2">
                  <c:v>Consumer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A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A4A8A">
              <a:alpha val="40000"/>
            </a:srgbClr>
          </a:solidFill>
          <a:ln w="12700">
            <a:solidFill>
              <a:srgbClr val="2A4A8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A2F5A">
              <a:alpha val="60000"/>
            </a:srgbClr>
          </a:solidFill>
          <a:ln w="12700">
            <a:solidFill>
              <a:srgbClr val="1A2F5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2286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286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286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286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2976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42976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42976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42976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429768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63093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63093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63093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63093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630936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640080" cy="6400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60A5FA"/>
                </a:solidFill>
              </a:rPr>
              <a:t>DATA ANALYTICS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Portfolio</a:t>
            </a:r>
            <a:endParaRPr lang="en-US" sz="5200" dirty="0"/>
          </a:p>
        </p:txBody>
      </p:sp>
      <p:sp>
        <p:nvSpPr>
          <p:cNvPr id="23" name="Shape 20"/>
          <p:cNvSpPr/>
          <p:nvPr/>
        </p:nvSpPr>
        <p:spPr>
          <a:xfrm>
            <a:off x="502920" y="2724912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Rahul S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B.Tech Information Technology  •  Data Analytics Intern</a:t>
            </a:r>
            <a:endParaRPr lang="en-US" sz="15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675120" y="228600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828800" cy="1828800"/>
          </a:xfrm>
          <a:prstGeom prst="ellipse">
            <a:avLst/>
          </a:prstGeom>
          <a:solidFill>
            <a:srgbClr val="1A2F5A"/>
          </a:solidFill>
          <a:ln w="381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Sanjay Rahul 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B.Tech IT Student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80360" y="123444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5361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1307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Passion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1618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Deep interest in Data Analytics, Artificial Intelligence &amp; Machine Learning — turning raw data into meaningful decisions.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880360" y="246888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7706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Technical Foundation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11880" y="28529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Strong skills in Python, Pandas, and data analysis pipelines with hands-on project experience.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880360" y="370332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00507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11880" y="3776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Objective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611880" y="40873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Building end-to-end data-driven solutions that solve real business problems and generate actionable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INTERNSHIP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" y="12161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Analytics Intern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601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04488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DURATION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904488" y="12161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Months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601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OBJECTIVE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784848" y="12161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Analytics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57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</a:rPr>
              <a:t>TECHNOLOGIES USED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788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99008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514600" y="2788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299008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10896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663440" y="2788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99008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812280" y="2788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872" y="2990088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0664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Matplotlib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36576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087368"/>
            <a:ext cx="347472" cy="3474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6012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251460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9192" y="4087368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10896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466344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087368"/>
            <a:ext cx="347472" cy="34747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25780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81228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6872" y="4087368"/>
            <a:ext cx="347472" cy="34747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740664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</a:rPr>
              <a:t>Task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04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26187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0756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Raw dataset loaded with 10,000+ rows. Identified column types, null patterns &amp; distributions.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0972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126187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0756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Removed irrelevant columns, standardized formats, and trimmed whitespace across all fields.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10972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26187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0756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Applied median imputation for numeric fields, mode for categoricals, dropped &gt;40% null rows.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9992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" y="3163824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Duplicates &amp; Types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Removed 340 duplicate records. Converted dtypes: dates, integers, and categorical encodings.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9992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92424" y="3163824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64992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Created derived features: revenue bins, day-of-week, customer segments, and age groups.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08192" y="29992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72784" y="3163824"/>
            <a:ext cx="411480" cy="41148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Key Results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45352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Dataset reduced from 10,420 to 9,876 clean rows — 98.5% data quality achieved.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Task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05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0584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65760" y="3429000"/>
          <a:ext cx="50292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005840"/>
            <a:ext cx="3108960" cy="886968"/>
          </a:xfrm>
          <a:prstGeom prst="roundRect">
            <a:avLst>
              <a:gd name="adj" fmla="val 824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Avg Revenue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852160" y="13350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$72K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06640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per region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669280" y="2029968"/>
            <a:ext cx="3108960" cy="886968"/>
          </a:xfrm>
          <a:prstGeom prst="roundRect">
            <a:avLst>
              <a:gd name="adj" fmla="val 824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2160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Top Region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852160" y="2359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40664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$94K sales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69280" y="3054096"/>
            <a:ext cx="3108960" cy="886968"/>
          </a:xfrm>
          <a:prstGeom prst="roundRect">
            <a:avLst>
              <a:gd name="adj" fmla="val 824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Growth Rate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852160" y="3383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+67%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7406640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Jan→Jun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669280" y="4078224"/>
            <a:ext cx="3108960" cy="886968"/>
          </a:xfrm>
          <a:prstGeom prst="roundRect">
            <a:avLst>
              <a:gd name="adj" fmla="val 8247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52160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Correlation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852160" y="44074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7406640" y="4517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region–revenue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811"/>
                </a:solidFill>
              </a:rPr>
              <a:t>Task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2C811"/>
                </a:solidFill>
              </a:rPr>
              <a:t>06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5486400" cy="3886200"/>
          </a:xfrm>
          <a:prstGeom prst="roundRect">
            <a:avLst>
              <a:gd name="adj" fmla="val 2824"/>
            </a:avLst>
          </a:prstGeom>
          <a:solidFill>
            <a:srgbClr val="1E2A40"/>
          </a:solidFill>
          <a:ln w="12700">
            <a:solidFill>
              <a:srgbClr val="2D3F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51560"/>
            <a:ext cx="54864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2D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811"/>
                </a:solidFill>
              </a:rPr>
              <a:t>📊  Sales Analytics Dashboard  |  Power BI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1170432" cy="685800"/>
          </a:xfrm>
          <a:prstGeom prst="roundRect">
            <a:avLst>
              <a:gd name="adj" fmla="val 8000"/>
            </a:avLst>
          </a:prstGeom>
          <a:solidFill>
            <a:srgbClr val="26335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$1.2M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01368" y="1536192"/>
            <a:ext cx="1170432" cy="685800"/>
          </a:xfrm>
          <a:prstGeom prst="roundRect">
            <a:avLst>
              <a:gd name="adj" fmla="val 8000"/>
            </a:avLst>
          </a:prstGeom>
          <a:solidFill>
            <a:srgbClr val="26335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8,420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37944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Customers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99816" y="1536192"/>
            <a:ext cx="1170432" cy="685800"/>
          </a:xfrm>
          <a:prstGeom prst="roundRect">
            <a:avLst>
              <a:gd name="adj" fmla="val 8000"/>
            </a:avLst>
          </a:prstGeom>
          <a:solidFill>
            <a:srgbClr val="26335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$142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36392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Avg Order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98264" y="1536192"/>
            <a:ext cx="1170432" cy="685800"/>
          </a:xfrm>
          <a:prstGeom prst="roundRect">
            <a:avLst>
              <a:gd name="adj" fmla="val 8000"/>
            </a:avLst>
          </a:prstGeom>
          <a:solidFill>
            <a:srgbClr val="26335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+23%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34840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Growth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38912" y="2331720"/>
          <a:ext cx="3108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3566160" y="2331720"/>
          <a:ext cx="21945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6126480" y="10972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29844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0840" y="1152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Interactive Filters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2084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Date range, region &amp; category slicers for dynamic exploration.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126480" y="20574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258568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20840" y="2112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KPI Cards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720840" y="2404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metric cards: Revenue, Orders, Customers, Growth.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126480" y="3017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218688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72084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Business Insights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720840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West region outperforms by 28%; Q4 peak revenue observed.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3977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4178808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20840" y="4032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Dashboard Features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720840" y="4325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Drill-through pages, tooltips, bookmarks &amp; mobile layout.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</a:rPr>
              <a:t>Task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07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005840" cy="1005840"/>
          </a:xfrm>
          <a:prstGeom prst="ellipse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Problem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847088" y="1508760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1051560"/>
            <a:ext cx="1005840" cy="100584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2344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Hypothesis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Testing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538728" y="1508760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14800" y="1051560"/>
            <a:ext cx="1005840" cy="1005840"/>
          </a:xfrm>
          <a:prstGeom prst="ellipse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Statistical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Analysis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230368" y="1508760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806440" y="1051560"/>
            <a:ext cx="1005840" cy="1005840"/>
          </a:xfrm>
          <a:prstGeom prst="ellipse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23444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Recs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922008" y="1508760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0" y="1051560"/>
            <a:ext cx="1005840" cy="1005840"/>
          </a:xfrm>
          <a:prstGeom prst="ellipse">
            <a:avLst/>
          </a:prstGeom>
          <a:solidFill>
            <a:srgbClr val="14B8A6">
              <a:alpha val="80000"/>
            </a:srgbClr>
          </a:solidFill>
          <a:ln w="25400">
            <a:solidFill>
              <a:srgbClr val="14B8A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234440"/>
            <a:ext cx="594360" cy="5943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Final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Insights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47472" y="28803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12064" y="299923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96112" y="29992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Problem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12064" y="34015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Why is West region outperforming other regions by 28% despite similar marketing spend? Data-driven root cause analysis required.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55264" y="28803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419856" y="299923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803904" y="29992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Hypothesis &amp; Stats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419856" y="34015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H₀: No regional performance difference. Chi-square test (p=0.002) rejected null — regional factors are significant drivers.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163056" y="28803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327648" y="299923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711696" y="29992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Recommendations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327648" y="34015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Replicate West's distributor model in South &amp; Central. Reallocate 15% marketing budget. Expected revenue uplift: $180K.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08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234440"/>
            <a:ext cx="512064" cy="512064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28930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Python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67128" y="109728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42616" y="1234440"/>
            <a:ext cx="512064" cy="512064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28930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12848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SQL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831336" y="109728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06824" y="1234440"/>
            <a:ext cx="512064" cy="512064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28930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77056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Pandas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95544" y="109728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71032" y="1234440"/>
            <a:ext cx="512064" cy="512064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289304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41264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NumPy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159752" y="109728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635240" y="1234440"/>
            <a:ext cx="512064" cy="512064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4" y="128930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05472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Matplotlib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02920" y="242316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78408" y="2560320"/>
            <a:ext cx="512064" cy="512064"/>
          </a:xfrm>
          <a:prstGeom prst="ellipse">
            <a:avLst/>
          </a:prstGeom>
          <a:solidFill>
            <a:srgbClr val="F2C811">
              <a:alpha val="85000"/>
            </a:srgbClr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2615184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Power BI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2167128" y="242316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2642616" y="2560320"/>
            <a:ext cx="512064" cy="512064"/>
          </a:xfrm>
          <a:prstGeom prst="ellipse">
            <a:avLst/>
          </a:prstGeom>
          <a:solidFill>
            <a:srgbClr val="F05032">
              <a:alpha val="85000"/>
            </a:srgbClr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2615184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212848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Git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3831336" y="242316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306824" y="2560320"/>
            <a:ext cx="512064" cy="512064"/>
          </a:xfrm>
          <a:prstGeom prst="ellipse">
            <a:avLst/>
          </a:prstGeom>
          <a:solidFill>
            <a:srgbClr val="24292E">
              <a:alpha val="85000"/>
            </a:srgbClr>
          </a:solidFill>
          <a:ln w="12700">
            <a:solidFill>
              <a:srgbClr val="24292E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688" y="2615184"/>
            <a:ext cx="402336" cy="40233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877056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GitHub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495544" y="242316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971032" y="2560320"/>
            <a:ext cx="512064" cy="512064"/>
          </a:xfrm>
          <a:prstGeom prst="ellipse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896" y="2615184"/>
            <a:ext cx="402336" cy="40233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541264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Statistics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7159752" y="242316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7635240" y="2560320"/>
            <a:ext cx="512064" cy="512064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0104" y="2615184"/>
            <a:ext cx="402336" cy="40233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205472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Data Cleaning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502920" y="374904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978408" y="3886200"/>
            <a:ext cx="512064" cy="512064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272" y="3941064"/>
            <a:ext cx="402336" cy="40233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48640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EDA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2167128" y="374904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2642616" y="3886200"/>
            <a:ext cx="512064" cy="512064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7480" y="3941064"/>
            <a:ext cx="402336" cy="40233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2212848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3831336" y="3749040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4306824" y="3886200"/>
            <a:ext cx="512064" cy="512064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1688" y="3941064"/>
            <a:ext cx="402336" cy="40233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3877056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Storytelling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ADE80"/>
                </a:solidFill>
              </a:rPr>
              <a:t>09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362456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62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0704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End-to-End Data Analysis Workflow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Gained practical experience in every phase: ingestion, cleaning, analysis, visualization, and storytelling.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36245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62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Cleaning Techniques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Mastered handling missing values, outliers, type conversions, and building reusable cleaning pipelines in Python.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350008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75234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Exploratory Data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28072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Applied statistical measures and visual techniques to surface patterns, correlations, and anomalies in real datasets.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350008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752344"/>
            <a:ext cx="438912" cy="438912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8072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Built interactive Power BI dashboards with KPI cards, slicers, drill-through pages, and cross-filter behaviors.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739896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414223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0704" y="3831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Storytelling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704" y="41970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Translated statistical findings into executive-ready narratives with clear hypotheses, evidence, and recommendations.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3739896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414223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831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 GitHub Documentation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1970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Maintained well-structured repos with README files, notebooks, and version-controlled analysis pipelines.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&amp;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01368"/>
            <a:ext cx="594360" cy="594360"/>
          </a:xfrm>
          <a:prstGeom prst="ellipse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7452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GitHub Repository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92E"/>
                </a:solidFill>
              </a:rPr>
              <a:t>github.com/sanjayrahul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630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View code, notebooks &amp; projects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23444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801368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87452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490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LinkedIn Profile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6072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5"/>
                </a:solidFill>
              </a:rPr>
              <a:t>linkedin.com/in/sanjayrahul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7607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Connect &amp; view professional profile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315468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721608"/>
            <a:ext cx="594360" cy="5943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9476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410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Resume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6304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Drive / Portfolio Link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4630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Download full resume PDF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00600" y="315468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0" y="3721608"/>
            <a:ext cx="594360" cy="59436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79476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3410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Email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76072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sanjayrahul@email.com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7607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Reach out for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2A4A8A">
              <a:alpha val="30000"/>
            </a:srgbClr>
          </a:solidFill>
          <a:ln w="12700">
            <a:solidFill>
              <a:srgbClr val="2A4A8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A2F5A">
              <a:alpha val="40000"/>
            </a:srgbClr>
          </a:solidFill>
          <a:ln w="12700">
            <a:solidFill>
              <a:srgbClr val="1A2F5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GOALS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16152"/>
            <a:ext cx="502920" cy="50292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Become a Data Analyst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" y="220370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Land a full-time data analyst role contributing to real business decisions through data-driven insights.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54680" y="10515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216152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9272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Learn Machine Learning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19272" y="220370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Master ML algorithms: regression, classification, clustering — and apply them to real-world prediction problems.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989320" y="10515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1216152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80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3912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Master SQL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53912" y="220370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Advance to complex queries, window functions, CTEs, and query optimization for large-scale databases.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737360" y="30449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920240" y="3209544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3273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01952" y="3822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Real-world Projects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901952" y="419709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Develop end-to-end portfolio projects solving problems in finance, healthcare, or e-commerce using public datasets.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0" y="30449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F5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754880" y="3209544"/>
            <a:ext cx="502920" cy="502920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27355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736592" y="3822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 for Placement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736592" y="419709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Target top analytics companies through mock interviews, case studies, and strong GitHub &amp; LinkedIn presence.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A4A8A">
              <a:alpha val="35000"/>
            </a:srgbClr>
          </a:solidFill>
          <a:ln w="12700">
            <a:solidFill>
              <a:srgbClr val="2A4A8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A4A8A">
              <a:alpha val="35000"/>
            </a:srgbClr>
          </a:solidFill>
          <a:ln w="12700">
            <a:solidFill>
              <a:srgbClr val="2A4A8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20040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320040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320040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20040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347472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47472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47472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347472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374904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74904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74904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74904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402336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402336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402336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4023360"/>
            <a:ext cx="73152" cy="73152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1051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914400" y="2377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time!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200400" y="3090672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Sanjay Rahul S  •  B.Tech Information Technology  •  Data Analytics Intern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Internship Portfolio</dc:title>
  <dc:subject>PptxGenJS Presentation</dc:subject>
  <dc:creator>Sanjay Rahul S</dc:creator>
  <cp:lastModifiedBy>Sanjay Rahul S</cp:lastModifiedBy>
  <cp:revision>1</cp:revision>
  <dcterms:created xsi:type="dcterms:W3CDTF">2026-06-26T08:47:09Z</dcterms:created>
  <dcterms:modified xsi:type="dcterms:W3CDTF">2026-06-26T08:47:09Z</dcterms:modified>
</cp:coreProperties>
</file>